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3090863" cy="3090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>
        <p:scale>
          <a:sx n="259" d="100"/>
          <a:sy n="259" d="100"/>
        </p:scale>
        <p:origin x="10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815" y="505843"/>
            <a:ext cx="2627234" cy="1076078"/>
          </a:xfrm>
        </p:spPr>
        <p:txBody>
          <a:bodyPr anchor="b"/>
          <a:lstStyle>
            <a:lvl1pPr algn="ctr">
              <a:defRPr sz="20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358" y="1623419"/>
            <a:ext cx="2318147" cy="746243"/>
          </a:xfrm>
        </p:spPr>
        <p:txBody>
          <a:bodyPr/>
          <a:lstStyle>
            <a:lvl1pPr marL="0" indent="0" algn="ctr">
              <a:buNone/>
              <a:defRPr sz="811"/>
            </a:lvl1pPr>
            <a:lvl2pPr marL="154534" indent="0" algn="ctr">
              <a:buNone/>
              <a:defRPr sz="676"/>
            </a:lvl2pPr>
            <a:lvl3pPr marL="309067" indent="0" algn="ctr">
              <a:buNone/>
              <a:defRPr sz="608"/>
            </a:lvl3pPr>
            <a:lvl4pPr marL="463601" indent="0" algn="ctr">
              <a:buNone/>
              <a:defRPr sz="541"/>
            </a:lvl4pPr>
            <a:lvl5pPr marL="618134" indent="0" algn="ctr">
              <a:buNone/>
              <a:defRPr sz="541"/>
            </a:lvl5pPr>
            <a:lvl6pPr marL="772668" indent="0" algn="ctr">
              <a:buNone/>
              <a:defRPr sz="541"/>
            </a:lvl6pPr>
            <a:lvl7pPr marL="927202" indent="0" algn="ctr">
              <a:buNone/>
              <a:defRPr sz="541"/>
            </a:lvl7pPr>
            <a:lvl8pPr marL="1081735" indent="0" algn="ctr">
              <a:buNone/>
              <a:defRPr sz="541"/>
            </a:lvl8pPr>
            <a:lvl9pPr marL="1236269" indent="0" algn="ctr">
              <a:buNone/>
              <a:defRPr sz="5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0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2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87" y="770570"/>
            <a:ext cx="2665869" cy="1285713"/>
          </a:xfrm>
        </p:spPr>
        <p:txBody>
          <a:bodyPr anchor="b"/>
          <a:lstStyle>
            <a:lvl1pPr>
              <a:defRPr sz="20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87" y="2068447"/>
            <a:ext cx="2665869" cy="676126"/>
          </a:xfrm>
        </p:spPr>
        <p:txBody>
          <a:bodyPr/>
          <a:lstStyle>
            <a:lvl1pPr marL="0" indent="0">
              <a:buNone/>
              <a:defRPr sz="811">
                <a:solidFill>
                  <a:schemeClr val="tx1">
                    <a:tint val="82000"/>
                  </a:schemeClr>
                </a:solidFill>
              </a:defRPr>
            </a:lvl1pPr>
            <a:lvl2pPr marL="154534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2pPr>
            <a:lvl3pPr marL="309067" indent="0">
              <a:buNone/>
              <a:defRPr sz="608">
                <a:solidFill>
                  <a:schemeClr val="tx1">
                    <a:tint val="82000"/>
                  </a:schemeClr>
                </a:solidFill>
              </a:defRPr>
            </a:lvl3pPr>
            <a:lvl4pPr marL="463601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4pPr>
            <a:lvl5pPr marL="618134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5pPr>
            <a:lvl6pPr marL="772668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6pPr>
            <a:lvl7pPr marL="927202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7pPr>
            <a:lvl8pPr marL="1081735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8pPr>
            <a:lvl9pPr marL="1236269" indent="0">
              <a:buNone/>
              <a:defRPr sz="5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497" y="822799"/>
            <a:ext cx="1313617" cy="1961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4749" y="822799"/>
            <a:ext cx="1313617" cy="1961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900" y="164560"/>
            <a:ext cx="2665869" cy="597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900" y="757691"/>
            <a:ext cx="1307580" cy="371333"/>
          </a:xfrm>
        </p:spPr>
        <p:txBody>
          <a:bodyPr anchor="b"/>
          <a:lstStyle>
            <a:lvl1pPr marL="0" indent="0">
              <a:buNone/>
              <a:defRPr sz="811" b="1"/>
            </a:lvl1pPr>
            <a:lvl2pPr marL="154534" indent="0">
              <a:buNone/>
              <a:defRPr sz="676" b="1"/>
            </a:lvl2pPr>
            <a:lvl3pPr marL="309067" indent="0">
              <a:buNone/>
              <a:defRPr sz="608" b="1"/>
            </a:lvl3pPr>
            <a:lvl4pPr marL="463601" indent="0">
              <a:buNone/>
              <a:defRPr sz="541" b="1"/>
            </a:lvl4pPr>
            <a:lvl5pPr marL="618134" indent="0">
              <a:buNone/>
              <a:defRPr sz="541" b="1"/>
            </a:lvl5pPr>
            <a:lvl6pPr marL="772668" indent="0">
              <a:buNone/>
              <a:defRPr sz="541" b="1"/>
            </a:lvl6pPr>
            <a:lvl7pPr marL="927202" indent="0">
              <a:buNone/>
              <a:defRPr sz="541" b="1"/>
            </a:lvl7pPr>
            <a:lvl8pPr marL="1081735" indent="0">
              <a:buNone/>
              <a:defRPr sz="541" b="1"/>
            </a:lvl8pPr>
            <a:lvl9pPr marL="1236269" indent="0">
              <a:buNone/>
              <a:defRPr sz="5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2900" y="1129023"/>
            <a:ext cx="1307580" cy="166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4750" y="757691"/>
            <a:ext cx="1314019" cy="371333"/>
          </a:xfrm>
        </p:spPr>
        <p:txBody>
          <a:bodyPr anchor="b"/>
          <a:lstStyle>
            <a:lvl1pPr marL="0" indent="0">
              <a:buNone/>
              <a:defRPr sz="811" b="1"/>
            </a:lvl1pPr>
            <a:lvl2pPr marL="154534" indent="0">
              <a:buNone/>
              <a:defRPr sz="676" b="1"/>
            </a:lvl2pPr>
            <a:lvl3pPr marL="309067" indent="0">
              <a:buNone/>
              <a:defRPr sz="608" b="1"/>
            </a:lvl3pPr>
            <a:lvl4pPr marL="463601" indent="0">
              <a:buNone/>
              <a:defRPr sz="541" b="1"/>
            </a:lvl4pPr>
            <a:lvl5pPr marL="618134" indent="0">
              <a:buNone/>
              <a:defRPr sz="541" b="1"/>
            </a:lvl5pPr>
            <a:lvl6pPr marL="772668" indent="0">
              <a:buNone/>
              <a:defRPr sz="541" b="1"/>
            </a:lvl6pPr>
            <a:lvl7pPr marL="927202" indent="0">
              <a:buNone/>
              <a:defRPr sz="541" b="1"/>
            </a:lvl7pPr>
            <a:lvl8pPr marL="1081735" indent="0">
              <a:buNone/>
              <a:defRPr sz="541" b="1"/>
            </a:lvl8pPr>
            <a:lvl9pPr marL="1236269" indent="0">
              <a:buNone/>
              <a:defRPr sz="5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4750" y="1129023"/>
            <a:ext cx="1314019" cy="166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4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5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4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99" y="206058"/>
            <a:ext cx="996884" cy="721201"/>
          </a:xfrm>
        </p:spPr>
        <p:txBody>
          <a:bodyPr anchor="b"/>
          <a:lstStyle>
            <a:lvl1pPr>
              <a:defRPr sz="10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020" y="445028"/>
            <a:ext cx="1564749" cy="2196516"/>
          </a:xfrm>
        </p:spPr>
        <p:txBody>
          <a:bodyPr/>
          <a:lstStyle>
            <a:lvl1pPr>
              <a:defRPr sz="1082"/>
            </a:lvl1pPr>
            <a:lvl2pPr>
              <a:defRPr sz="946"/>
            </a:lvl2pPr>
            <a:lvl3pPr>
              <a:defRPr sz="811"/>
            </a:lvl3pPr>
            <a:lvl4pPr>
              <a:defRPr sz="676"/>
            </a:lvl4pPr>
            <a:lvl5pPr>
              <a:defRPr sz="676"/>
            </a:lvl5pPr>
            <a:lvl6pPr>
              <a:defRPr sz="676"/>
            </a:lvl6pPr>
            <a:lvl7pPr>
              <a:defRPr sz="676"/>
            </a:lvl7pPr>
            <a:lvl8pPr>
              <a:defRPr sz="676"/>
            </a:lvl8pPr>
            <a:lvl9pPr>
              <a:defRPr sz="67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899" y="927259"/>
            <a:ext cx="996884" cy="1717862"/>
          </a:xfrm>
        </p:spPr>
        <p:txBody>
          <a:bodyPr/>
          <a:lstStyle>
            <a:lvl1pPr marL="0" indent="0">
              <a:buNone/>
              <a:defRPr sz="541"/>
            </a:lvl1pPr>
            <a:lvl2pPr marL="154534" indent="0">
              <a:buNone/>
              <a:defRPr sz="473"/>
            </a:lvl2pPr>
            <a:lvl3pPr marL="309067" indent="0">
              <a:buNone/>
              <a:defRPr sz="406"/>
            </a:lvl3pPr>
            <a:lvl4pPr marL="463601" indent="0">
              <a:buNone/>
              <a:defRPr sz="338"/>
            </a:lvl4pPr>
            <a:lvl5pPr marL="618134" indent="0">
              <a:buNone/>
              <a:defRPr sz="338"/>
            </a:lvl5pPr>
            <a:lvl6pPr marL="772668" indent="0">
              <a:buNone/>
              <a:defRPr sz="338"/>
            </a:lvl6pPr>
            <a:lvl7pPr marL="927202" indent="0">
              <a:buNone/>
              <a:defRPr sz="338"/>
            </a:lvl7pPr>
            <a:lvl8pPr marL="1081735" indent="0">
              <a:buNone/>
              <a:defRPr sz="338"/>
            </a:lvl8pPr>
            <a:lvl9pPr marL="1236269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2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99" y="206058"/>
            <a:ext cx="996884" cy="721201"/>
          </a:xfrm>
        </p:spPr>
        <p:txBody>
          <a:bodyPr anchor="b"/>
          <a:lstStyle>
            <a:lvl1pPr>
              <a:defRPr sz="10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4020" y="445028"/>
            <a:ext cx="1564749" cy="2196516"/>
          </a:xfrm>
        </p:spPr>
        <p:txBody>
          <a:bodyPr anchor="t"/>
          <a:lstStyle>
            <a:lvl1pPr marL="0" indent="0">
              <a:buNone/>
              <a:defRPr sz="1082"/>
            </a:lvl1pPr>
            <a:lvl2pPr marL="154534" indent="0">
              <a:buNone/>
              <a:defRPr sz="946"/>
            </a:lvl2pPr>
            <a:lvl3pPr marL="309067" indent="0">
              <a:buNone/>
              <a:defRPr sz="811"/>
            </a:lvl3pPr>
            <a:lvl4pPr marL="463601" indent="0">
              <a:buNone/>
              <a:defRPr sz="676"/>
            </a:lvl4pPr>
            <a:lvl5pPr marL="618134" indent="0">
              <a:buNone/>
              <a:defRPr sz="676"/>
            </a:lvl5pPr>
            <a:lvl6pPr marL="772668" indent="0">
              <a:buNone/>
              <a:defRPr sz="676"/>
            </a:lvl6pPr>
            <a:lvl7pPr marL="927202" indent="0">
              <a:buNone/>
              <a:defRPr sz="676"/>
            </a:lvl7pPr>
            <a:lvl8pPr marL="1081735" indent="0">
              <a:buNone/>
              <a:defRPr sz="676"/>
            </a:lvl8pPr>
            <a:lvl9pPr marL="1236269" indent="0">
              <a:buNone/>
              <a:defRPr sz="67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899" y="927259"/>
            <a:ext cx="996884" cy="1717862"/>
          </a:xfrm>
        </p:spPr>
        <p:txBody>
          <a:bodyPr/>
          <a:lstStyle>
            <a:lvl1pPr marL="0" indent="0">
              <a:buNone/>
              <a:defRPr sz="541"/>
            </a:lvl1pPr>
            <a:lvl2pPr marL="154534" indent="0">
              <a:buNone/>
              <a:defRPr sz="473"/>
            </a:lvl2pPr>
            <a:lvl3pPr marL="309067" indent="0">
              <a:buNone/>
              <a:defRPr sz="406"/>
            </a:lvl3pPr>
            <a:lvl4pPr marL="463601" indent="0">
              <a:buNone/>
              <a:defRPr sz="338"/>
            </a:lvl4pPr>
            <a:lvl5pPr marL="618134" indent="0">
              <a:buNone/>
              <a:defRPr sz="338"/>
            </a:lvl5pPr>
            <a:lvl6pPr marL="772668" indent="0">
              <a:buNone/>
              <a:defRPr sz="338"/>
            </a:lvl6pPr>
            <a:lvl7pPr marL="927202" indent="0">
              <a:buNone/>
              <a:defRPr sz="338"/>
            </a:lvl7pPr>
            <a:lvl8pPr marL="1081735" indent="0">
              <a:buNone/>
              <a:defRPr sz="338"/>
            </a:lvl8pPr>
            <a:lvl9pPr marL="1236269" indent="0">
              <a:buNone/>
              <a:defRPr sz="3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36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1899" y="164560"/>
            <a:ext cx="666467" cy="26193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497" y="164560"/>
            <a:ext cx="1960766" cy="26193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9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497" y="164560"/>
            <a:ext cx="2665869" cy="597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497" y="822799"/>
            <a:ext cx="2665869" cy="1961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497" y="2864773"/>
            <a:ext cx="695444" cy="16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0ED0-D23E-A044-9972-B94295700C82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3849" y="2864773"/>
            <a:ext cx="1043166" cy="16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2922" y="2864773"/>
            <a:ext cx="695444" cy="164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8A3B3-66D9-5648-90FC-E5639BE8B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4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9067" rtl="0" eaLnBrk="1" latinLnBrk="0" hangingPunct="1">
        <a:lnSpc>
          <a:spcPct val="90000"/>
        </a:lnSpc>
        <a:spcBef>
          <a:spcPct val="0"/>
        </a:spcBef>
        <a:buNone/>
        <a:defRPr sz="14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267" indent="-77267" algn="l" defTabSz="309067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946" kern="1200">
          <a:solidFill>
            <a:schemeClr val="tx1"/>
          </a:solidFill>
          <a:latin typeface="+mn-lt"/>
          <a:ea typeface="+mn-ea"/>
          <a:cs typeface="+mn-cs"/>
        </a:defRPr>
      </a:lvl1pPr>
      <a:lvl2pPr marL="231800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811" kern="1200">
          <a:solidFill>
            <a:schemeClr val="tx1"/>
          </a:solidFill>
          <a:latin typeface="+mn-lt"/>
          <a:ea typeface="+mn-ea"/>
          <a:cs typeface="+mn-cs"/>
        </a:defRPr>
      </a:lvl2pPr>
      <a:lvl3pPr marL="386334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76" kern="1200">
          <a:solidFill>
            <a:schemeClr val="tx1"/>
          </a:solidFill>
          <a:latin typeface="+mn-lt"/>
          <a:ea typeface="+mn-ea"/>
          <a:cs typeface="+mn-cs"/>
        </a:defRPr>
      </a:lvl3pPr>
      <a:lvl4pPr marL="540868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4pPr>
      <a:lvl5pPr marL="695401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5pPr>
      <a:lvl6pPr marL="849935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6pPr>
      <a:lvl7pPr marL="1004468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7pPr>
      <a:lvl8pPr marL="1159002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8pPr>
      <a:lvl9pPr marL="1313536" indent="-77267" algn="l" defTabSz="309067" rtl="0" eaLnBrk="1" latinLnBrk="0" hangingPunct="1">
        <a:lnSpc>
          <a:spcPct val="90000"/>
        </a:lnSpc>
        <a:spcBef>
          <a:spcPts val="169"/>
        </a:spcBef>
        <a:buFont typeface="Arial" panose="020B0604020202020204" pitchFamily="34" charset="0"/>
        <a:buChar char="•"/>
        <a:defRPr sz="6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1pPr>
      <a:lvl2pPr marL="154534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2pPr>
      <a:lvl3pPr marL="309067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3pPr>
      <a:lvl4pPr marL="463601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4pPr>
      <a:lvl5pPr marL="618134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5pPr>
      <a:lvl6pPr marL="772668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6pPr>
      <a:lvl7pPr marL="927202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7pPr>
      <a:lvl8pPr marL="1081735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8pPr>
      <a:lvl9pPr marL="1236269" algn="l" defTabSz="309067" rtl="0" eaLnBrk="1" latinLnBrk="0" hangingPunct="1">
        <a:defRPr sz="6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2B9A8F-4B36-8172-9BB6-611AF9E4379D}"/>
              </a:ext>
            </a:extLst>
          </p:cNvPr>
          <p:cNvSpPr/>
          <p:nvPr/>
        </p:nvSpPr>
        <p:spPr>
          <a:xfrm>
            <a:off x="985895" y="152408"/>
            <a:ext cx="559536" cy="60958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MLP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24BC68-5257-C12E-43DD-CBE017A2CFE7}"/>
              </a:ext>
            </a:extLst>
          </p:cNvPr>
          <p:cNvSpPr/>
          <p:nvPr/>
        </p:nvSpPr>
        <p:spPr>
          <a:xfrm>
            <a:off x="2104967" y="1"/>
            <a:ext cx="559537" cy="9144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1D CNN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0DC5B3-FB80-307C-9C7D-7761A2E2705C}"/>
              </a:ext>
            </a:extLst>
          </p:cNvPr>
          <p:cNvCxnSpPr>
            <a:cxnSpLocks/>
          </p:cNvCxnSpPr>
          <p:nvPr/>
        </p:nvCxnSpPr>
        <p:spPr>
          <a:xfrm>
            <a:off x="540774" y="358519"/>
            <a:ext cx="4451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814F8A-F78D-32D4-6488-40732EB6619D}"/>
              </a:ext>
            </a:extLst>
          </p:cNvPr>
          <p:cNvCxnSpPr>
            <a:cxnSpLocks/>
          </p:cNvCxnSpPr>
          <p:nvPr/>
        </p:nvCxnSpPr>
        <p:spPr>
          <a:xfrm>
            <a:off x="540774" y="568113"/>
            <a:ext cx="4451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411718-6DD3-BD2C-BBE4-06E7F2023C4B}"/>
              </a:ext>
            </a:extLst>
          </p:cNvPr>
          <p:cNvSpPr txBox="1"/>
          <p:nvPr/>
        </p:nvSpPr>
        <p:spPr>
          <a:xfrm>
            <a:off x="34612" y="64889"/>
            <a:ext cx="84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Categorical inputs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BC77F2-3EE5-3103-FCBC-868CB26AABE2}"/>
              </a:ext>
            </a:extLst>
          </p:cNvPr>
          <p:cNvSpPr txBox="1"/>
          <p:nvPr/>
        </p:nvSpPr>
        <p:spPr>
          <a:xfrm>
            <a:off x="34612" y="514291"/>
            <a:ext cx="84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Continuous inputs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10140DA-0005-0A3F-945D-E14A8551A81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545431" y="457201"/>
            <a:ext cx="55953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F07E00-DBDD-A69D-5FB7-15B4E0006B9F}"/>
              </a:ext>
            </a:extLst>
          </p:cNvPr>
          <p:cNvSpPr txBox="1"/>
          <p:nvPr/>
        </p:nvSpPr>
        <p:spPr>
          <a:xfrm>
            <a:off x="1502033" y="138611"/>
            <a:ext cx="646331" cy="575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/>
              <a:t>proto-</a:t>
            </a:r>
            <a:br>
              <a:rPr lang="en-US" sz="1100" dirty="0"/>
            </a:br>
            <a:r>
              <a:rPr lang="en-US" sz="1100" dirty="0"/>
              <a:t>spectra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307467-5AB6-40AB-6BD2-3B78AB576831}"/>
              </a:ext>
            </a:extLst>
          </p:cNvPr>
          <p:cNvCxnSpPr>
            <a:stCxn id="5" idx="3"/>
          </p:cNvCxnSpPr>
          <p:nvPr/>
        </p:nvCxnSpPr>
        <p:spPr>
          <a:xfrm>
            <a:off x="2664504" y="457201"/>
            <a:ext cx="32450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3EF4B86-B4AD-36FB-5270-FC21060DD2C1}"/>
              </a:ext>
            </a:extLst>
          </p:cNvPr>
          <p:cNvSpPr txBox="1"/>
          <p:nvPr/>
        </p:nvSpPr>
        <p:spPr>
          <a:xfrm>
            <a:off x="2646511" y="213125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XRD</a:t>
            </a:r>
          </a:p>
        </p:txBody>
      </p:sp>
    </p:spTree>
    <p:extLst>
      <p:ext uri="{BB962C8B-B14F-4D97-AF65-F5344CB8AC3E}">
        <p14:creationId xmlns:p14="http://schemas.microsoft.com/office/powerpoint/2010/main" val="180679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11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J. Lawler</dc:creator>
  <cp:lastModifiedBy>Michael J. Lawler</cp:lastModifiedBy>
  <cp:revision>1</cp:revision>
  <dcterms:created xsi:type="dcterms:W3CDTF">2026-04-22T13:20:23Z</dcterms:created>
  <dcterms:modified xsi:type="dcterms:W3CDTF">2026-04-22T13:30:27Z</dcterms:modified>
</cp:coreProperties>
</file>